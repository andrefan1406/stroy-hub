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F2A900">
              <a:alpha val="15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F2A900">
              <a:alpha val="8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заявок на транспорт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Предлагаемые правки для согласования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Пропажа заявок после переброски машины · Ошибочное определение города в адресах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Правки в код пока не вносились — документ для принятия решений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проблемы, четыре решения для согласования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172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40370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Заявка «пропадает» после переброски машины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6771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уходит в скрытое состояние «снята с машины» и ждёт решения заказчика. Нет в пуле, нет в журнале, нет у водителя. Возможна и потеря попутной заявки при сбое.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554480"/>
            <a:ext cx="53172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43116" y="17830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311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83196" y="1737360"/>
            <a:ext cx="40370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Адреса других городов определяются как Усть-Каменогорск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643116" y="2743200"/>
            <a:ext cx="46771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адресов жёстко ограничен областью вокруг Усть-Каменогорска. Алтай и Шемонаиха лежат за её пределами, но улица находится «по названию» в Усть-Каменогорске.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91672" cy="1280160"/>
          </a:xfrm>
          <a:prstGeom prst="rect">
            <a:avLst/>
          </a:prstGeom>
          <a:solidFill>
            <a:srgbClr val="23282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вас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492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вариант исправления по каждой проблеме и подтвердить правила поведения на слайде 7. После согласования начнём внесение правок.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1: куда девается заявка при переброске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снимает машину с заявки командой «Переброска» (/pull)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Диспетчер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переносит машину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A теряет водителя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286000"/>
            <a:ext cx="608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448556" y="1783080"/>
            <a:ext cx="32918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77156" y="18745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Заявка A: статус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«снята с машины»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77156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on_hold = 1, ждёт заказчика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40396" y="2286000"/>
            <a:ext cx="608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348472" y="1783080"/>
            <a:ext cx="32918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77072" y="18745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Заказчик решает: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пул или отмена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 ответил — висит бессрочно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такая заявка не видна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Место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 там нет заявки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Пул водителей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Пул показывает только заявки с on_hold =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содержит только завершённые и отменённые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 водителя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Водитель снят с заявки, карточка убирается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Единственное место: вкладка «Текущие» у диспетчера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Плашка «Снята с машины — ждёт решения заказчика»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1: предлагаемые правки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независимые правки; можно принять все или часть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74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от потери попутных заявок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Расформирование объединённых заявок выполнять в одной транзакции с переброской, отменой и отказом водителя. Сбой посередине больше не оставит заявку «в воздухе».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37192" y="21945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37192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9167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429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Заметность заявок «снята с машины»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фильтр и счётчик у диспетчера; предупреждение, когда заказчику не удалось доставить уведомление.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37192" y="37490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37192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9167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9834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Таймаут решения заказчика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394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заказчик не ответил за N минут, заявка автоматически возвращается в пул (или диспетчер получает напоминание). Значение N нужно согласовать.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37192" y="5303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37192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решение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2: чужие города находятся в Усть-Каменогорске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Алтай и Шемонаиха вне области поиска (прямоугольник ~60 × 55 км)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2971800"/>
            <a:ext cx="2194560" cy="1920240"/>
          </a:xfrm>
          <a:prstGeom prst="rect">
            <a:avLst/>
          </a:prstGeom>
          <a:solidFill>
            <a:srgbClr val="F2A900">
              <a:alpha val="30000"/>
            </a:srgbClr>
          </a:solidFill>
          <a:ln w="25400">
            <a:solidFill>
              <a:srgbClr val="F2A90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19456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поиска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(Усть-Каменогорск)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4160520"/>
            <a:ext cx="256032" cy="25603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ул. Ленина — находится здесь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24028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2221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Шемонаиха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397764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Алтай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не в масштабе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7830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происходит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240280"/>
            <a:ext cx="5239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Города вне области отбрасываются; название города в адресе — лишь часть строки поиска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«г. Шемонаиха, ул. Ленина, 5» → совпадает «ул. Ленина, 5» в Усть-Каменогорске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 найден точно, статус «✓ найден», карту отметить не просят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Маршрут, время и километраж считаются по чужому городу; ошибка хранится в кэше 30 дней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5074920"/>
            <a:ext cx="5239512" cy="1005840"/>
          </a:xfrm>
          <a:prstGeom prst="rect">
            <a:avLst/>
          </a:prstGeom>
          <a:solidFill>
            <a:srgbClr val="23282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75120" y="5120640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Водитель видит верный текст адреса, а оценка маршрута посчитана неверно.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2: варианты исправления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 сочетание 1 + 2; вариант 3 — по желанию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38528"/>
            <a:ext cx="4174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Расширить область поиска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регион ВКО вместо 60×55 км. Алтай и Шемонаиха начнут находиться. Алматы по-прежнему исключён.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Просто: настройка, без кода · Рекомендуем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5362956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1676" y="196596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167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37476" y="1938528"/>
            <a:ext cx="4174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Проверять совпадение города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260604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из адреса сверяется с городом найденной точки. Не совпал — требуем отметить точку на карте.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338328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одинаковых улиц · Рекомендуем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62956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270248"/>
            <a:ext cx="4174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Поле «Город» в форме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Явный выбор города (по умолчанию Усть-Каменогорск), город добавляется в запрос поиска.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71500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Надёжнее всего, но меняет форму · По желанию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77356" y="4069080"/>
            <a:ext cx="5362956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51676" y="42976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1676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237476" y="4270248"/>
            <a:ext cx="4174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Исправить прошлые заявки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551676" y="49377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заявки с чужим городом в адресе и координатами в Усть-Каменогорске, очистить кэш, пересчитать.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51676" y="571500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Устранит последствия · Рекомендуем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для согласования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309360"/>
                <a:gridCol w="2011680"/>
                <a:gridCol w="222199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Рекомендация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Защитить попутные заявки транзакцией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Да   ☐ 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Фильтр и счётчик заявок «снята с машины»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Да   ☐ 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Таймаут решения заказчика: сколько минут и что делать (в пул / напомнить диспетчеру)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Согласовать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____ мин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Расширить область поиска адресов до региона ВКО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Да   ☐ 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Сверять город из адреса с городом найденной точки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Да   ☐ 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Добавить поле «Город» в форму заявки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желанию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Да   ☐ 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Исправить прошлые заявки и очистить кэш адресов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Да   ☐ 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Попутные заявки закрываются вместе с основной — оставить как есть?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Оставить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8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Оставить   ☐ Менять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Следующие шаги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Согласование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848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отмечаете решения на слайде 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Диагностика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821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в базе зависшие заявки и ошибочные адреса (без изменений)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Внесение правок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793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Реализуем согласованные пункты и тестируем на копии данных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3766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Вместе проверяем сценарии: переброска машины, адреса Алтая и Шемонаихи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диагностики можно дать номера пропавших заявок — тогда причину определим точно.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Предлагаемые правки: сервис заявок на транспорт</dc:title>
  <dc:subject>PptxGenJS Presentation</dc:subject>
  <dc:creator>PptxGenJS</dc:creator>
  <cp:lastModifiedBy>PptxGenJS</cp:lastModifiedBy>
  <cp:revision>1</cp:revision>
  <dcterms:created xsi:type="dcterms:W3CDTF">2026-10-19T10:17:49Z</dcterms:created>
  <dcterms:modified xsi:type="dcterms:W3CDTF">2026-10-19T10:17:49Z</dcterms:modified>
</cp:coreProperties>
</file>